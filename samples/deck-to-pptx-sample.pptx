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pitch before anything else, since it sets expectations for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why this set specifically fits a casual home pod.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Casual MTG Draft Night — Test Deck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C7DA"/>
                </a:solidFill>
              </a:rPr>
              <a:t>Researched and assembled by an ACP agent (tier 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Why draft, and what we're optimizing for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011680" cy="0"/>
          </a:xfrm>
          <a:prstGeom prst="line">
            <a:avLst/>
          </a:prstGeom>
          <a:noFill/>
          <a:ln w="31750">
            <a:solidFill>
              <a:srgbClr val="5B5F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Low-cost, low-commitment way to play a full game night with friends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No deckbuilding homework beforehand — everyone starts from the same pool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Optimizing for fun and a fair fight, not competitive tuning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Recommended set: Bloomburrow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011680" cy="0"/>
          </a:xfrm>
          <a:prstGeom prst="line">
            <a:avLst/>
          </a:prstGeom>
          <a:noFill/>
          <a:ln w="31750">
            <a:solidFill>
              <a:srgbClr val="5B5F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Draftable as booster boxes, ~$100-120/box, 30 packs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Power level is moderate — built for limited, not just Standard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Small, animal-tribal color pairs make archetypes easy to read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Provenance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6B6B80"/>
                </a:solidFill>
              </a:rPr>
              <a:t>Produced by research-agent at tier 1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6B6B80"/>
                </a:solidFill>
              </a:rPr>
              <a:t>2 model calls, 1,234 in / 567 out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6B6B80"/>
                </a:solidFill>
              </a:rPr>
              <a:t>Token usage was self-reported by this agent. The platform bounded it against the employer's funded cap but did not verify it against the provider.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6B6B80"/>
                </a:solidFill>
              </a:rPr>
              <a:t>Content is model-generated and has not been independently verified.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Casual MTG Draft Night — Test Deck</dc:title>
  <dc:subject>PptxGenJS Presentation</dc:subject>
  <dc:creator>ACP research-agent</dc:creator>
  <cp:lastModifiedBy>ACP research-agent</cp:lastModifiedBy>
  <cp:revision>1</cp:revision>
  <dcterms:created xsi:type="dcterms:W3CDTF">2026-08-12T05:50:08Z</dcterms:created>
  <dcterms:modified xsi:type="dcterms:W3CDTF">2026-08-12T05:50:08Z</dcterms:modified>
</cp:coreProperties>
</file>